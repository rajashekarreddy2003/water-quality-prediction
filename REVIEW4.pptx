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62" r:id="rId5"/>
    <p:sldId id="270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Basics of the Data-Science Domain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Applying the concepts of Data-Science in real world Applications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algn="ctr">
            <a:lnSpc>
              <a:spcPct val="9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algn="ctr">
            <a:lnSpc>
              <a:spcPct val="100000"/>
            </a:lnSpc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of Project</a:t>
          </a:r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A67A6F68-E2E6-44E6-83FA-F951396DADEE}">
      <dgm:prSet/>
      <dgm:spPr/>
      <dgm:t>
        <a:bodyPr/>
        <a:lstStyle/>
        <a:p>
          <a:pPr algn="ctr">
            <a:lnSpc>
              <a:spcPct val="100000"/>
            </a:lnSpc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Presenting</a:t>
          </a:r>
        </a:p>
        <a:p>
          <a:pPr algn="ctr">
            <a:lnSpc>
              <a:spcPct val="100000"/>
            </a:lnSpc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the project and </a:t>
          </a:r>
        </a:p>
        <a:p>
          <a:pPr algn="ctr">
            <a:lnSpc>
              <a:spcPct val="100000"/>
            </a:lnSpc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Internship Work</a:t>
          </a:r>
        </a:p>
        <a:p>
          <a:pPr algn="ctr">
            <a:lnSpc>
              <a:spcPct val="90000"/>
            </a:lnSpc>
          </a:pPr>
          <a:r>
            <a:rPr lang="en-IN" dirty="0"/>
            <a:t> </a:t>
          </a:r>
        </a:p>
      </dgm:t>
    </dgm:pt>
    <dgm:pt modelId="{08DF34E6-20C5-47F0-B86C-2E9051AFFD53}" type="parTrans" cxnId="{6730713D-FB1A-4FEA-BD35-B03CC0E4C8E8}">
      <dgm:prSet/>
      <dgm:spPr/>
      <dgm:t>
        <a:bodyPr/>
        <a:lstStyle/>
        <a:p>
          <a:endParaRPr lang="en-IN"/>
        </a:p>
      </dgm:t>
    </dgm:pt>
    <dgm:pt modelId="{1319F87E-7FF2-4F47-83FE-BF01A393795D}" type="sibTrans" cxnId="{6730713D-FB1A-4FEA-BD35-B03CC0E4C8E8}">
      <dgm:prSet/>
      <dgm:spPr/>
      <dgm:t>
        <a:bodyPr/>
        <a:lstStyle/>
        <a:p>
          <a:endParaRPr lang="en-IN"/>
        </a:p>
      </dgm:t>
    </dgm:pt>
    <dgm:pt modelId="{2591647B-0E00-44D7-B8FE-59EE393E16F9}">
      <dgm:prSet/>
      <dgm:spPr/>
      <dgm:t>
        <a:bodyPr/>
        <a:lstStyle/>
        <a:p>
          <a:pPr algn="ctr"/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Showcasing the skills</a:t>
          </a:r>
        </a:p>
        <a:p>
          <a:pPr algn="ctr"/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Learned in the internshi</a:t>
          </a:r>
          <a:r>
            <a:rPr lang="en-IN" dirty="0"/>
            <a:t>p</a:t>
          </a:r>
        </a:p>
      </dgm:t>
    </dgm:pt>
    <dgm:pt modelId="{4824235B-46AC-430C-BC39-314DFD509DFC}" type="parTrans" cxnId="{2B5E18FF-86E7-4D7D-9966-08896F9DF0C2}">
      <dgm:prSet/>
      <dgm:spPr/>
    </dgm:pt>
    <dgm:pt modelId="{E600E782-1E69-4747-AF6D-CA476EA56157}" type="sibTrans" cxnId="{2B5E18FF-86E7-4D7D-9966-08896F9DF0C2}">
      <dgm:prSet/>
      <dgm:spPr/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 custLinFactNeighborX="-125" custLinFactNeighborY="-47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F371EB15-EA12-4358-A7AB-0FF4F602C4DC}" type="presOf" srcId="{A59EC69B-8F3F-425B-819F-E8C557946AEE}" destId="{4C66D42D-7E6D-4563-AFDC-369C30B73F70}" srcOrd="0" destOrd="0" presId="urn:microsoft.com/office/officeart/2011/layout/InterconnectedBlockProcess"/>
    <dgm:cxn modelId="{321A1418-EA5D-4CE3-8C06-D76F42539484}" type="presOf" srcId="{A67A6F68-E2E6-44E6-83FA-F951396DADEE}" destId="{928B615F-0F8D-4140-A638-0FBB8F5BF1E9}" srcOrd="1" destOrd="0" presId="urn:microsoft.com/office/officeart/2011/layout/InterconnectedBlockProcess"/>
    <dgm:cxn modelId="{E5A5B73B-D931-4E29-9F06-1AE609FD3104}" type="presOf" srcId="{D471E45F-B026-44AA-9616-57E786AE80AF}" destId="{A134CDD1-D85F-44EF-8BEE-9F99A855C1E6}" srcOrd="0" destOrd="0" presId="urn:microsoft.com/office/officeart/2011/layout/InterconnectedBlockProcess"/>
    <dgm:cxn modelId="{6730713D-FB1A-4FEA-BD35-B03CC0E4C8E8}" srcId="{65C051F6-A849-4495-A964-CD4C650B9C06}" destId="{A67A6F68-E2E6-44E6-83FA-F951396DADEE}" srcOrd="0" destOrd="0" parTransId="{08DF34E6-20C5-47F0-B86C-2E9051AFFD53}" sibTransId="{1319F87E-7FF2-4F47-83FE-BF01A393795D}"/>
    <dgm:cxn modelId="{13DCD375-822F-4A16-B3AA-2AA054D51977}" type="presOf" srcId="{D471E45F-B026-44AA-9616-57E786AE80AF}" destId="{1C91D7E3-8940-4A33-9182-677DD5415901}" srcOrd="1" destOrd="0" presId="urn:microsoft.com/office/officeart/2011/layout/InterconnectedBlockProcess"/>
    <dgm:cxn modelId="{924C2257-0438-4235-BED7-2FC61C560A79}" type="presOf" srcId="{A67A6F68-E2E6-44E6-83FA-F951396DADEE}" destId="{8CAE5A4D-0C7B-48A6-917B-0B8433D0574B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D87A6D82-79DE-4898-AB05-E92EC9E0A563}" type="presOf" srcId="{9FED87C4-3F3B-4A18-9185-9F80CFEDEA2E}" destId="{06F8D57B-EDF4-4CF4-8700-DC2CA3E3028E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A1A50EB1-E9F1-4CAE-90EE-A91146630C14}" type="presOf" srcId="{73DB572E-062D-41AD-8033-D361B8E583DB}" destId="{2532504F-5FE1-4C97-B485-F05E8885EACC}" srcOrd="0" destOrd="0" presId="urn:microsoft.com/office/officeart/2011/layout/InterconnectedBlockProcess"/>
    <dgm:cxn modelId="{EF136AB3-2D3F-4DAC-B4A8-56C71786F72C}" type="presOf" srcId="{73DB572E-062D-41AD-8033-D361B8E583DB}" destId="{0D08ED52-6744-4369-B780-916B09984775}" srcOrd="1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CF64C9BE-B3E4-4C31-AE53-2C4840F7DEDB}" type="presOf" srcId="{2591647B-0E00-44D7-B8FE-59EE393E16F9}" destId="{FC0F1314-3294-4A8C-8DCE-EB53E236164C}" srcOrd="0" destOrd="0" presId="urn:microsoft.com/office/officeart/2011/layout/InterconnectedBlockProcess"/>
    <dgm:cxn modelId="{89BFADC7-0FF7-49D6-8AB3-B49A322504EE}" type="presOf" srcId="{65C051F6-A849-4495-A964-CD4C650B9C06}" destId="{C73DE52A-2F45-45E6-AD0E-D5BEAF609F8E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FE37DFD9-BFF9-4BED-BEF2-97E4792DF959}" type="presOf" srcId="{5E92505A-51E0-4F78-B3C5-704ACF8710DE}" destId="{2AAD338D-3122-4454-9A67-16BE024D44E3}" srcOrd="0" destOrd="0" presId="urn:microsoft.com/office/officeart/2011/layout/InterconnectedBlockProcess"/>
    <dgm:cxn modelId="{847438E4-8792-4F32-A1BA-09FB93F02691}" type="presOf" srcId="{7B3055AA-BF7C-46D0-9A9E-60087B9F57B4}" destId="{00BB3360-A9BB-4051-A4B1-1216F82F642C}" srcOrd="0" destOrd="0" presId="urn:microsoft.com/office/officeart/2011/layout/InterconnectedBlockProcess"/>
    <dgm:cxn modelId="{590D07E6-7D54-4641-B849-CD7BF2D3C6AB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F7C3CEEE-68E3-4517-94F0-385AC2F92D58}" type="presOf" srcId="{988D96B0-D16E-4763-B393-84178CF4FF50}" destId="{65257024-FAC0-4522-B139-1CC85B547BE8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7BC8A1F4-FC32-42C7-9C8C-011A4BDE3FBE}" type="presOf" srcId="{2591647B-0E00-44D7-B8FE-59EE393E16F9}" destId="{98225A61-A0EC-450A-BED8-EF2E47E8FD18}" srcOrd="1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2B5E18FF-86E7-4D7D-9966-08896F9DF0C2}" srcId="{5E92505A-51E0-4F78-B3C5-704ACF8710DE}" destId="{2591647B-0E00-44D7-B8FE-59EE393E16F9}" srcOrd="0" destOrd="0" parTransId="{4824235B-46AC-430C-BC39-314DFD509DFC}" sibTransId="{E600E782-1E69-4747-AF6D-CA476EA56157}"/>
    <dgm:cxn modelId="{A29BAF0E-EA7A-41B5-B10A-44008922077E}" type="presParOf" srcId="{A6BCDA7B-D633-438F-B44D-CB4D60E5C492}" destId="{0EA92EC0-9C6F-4663-B822-B1E8E3DCB13B}" srcOrd="0" destOrd="0" presId="urn:microsoft.com/office/officeart/2011/layout/InterconnectedBlockProcess"/>
    <dgm:cxn modelId="{34A2BAF8-B6EB-4D8F-88AF-697C7C20F617}" type="presParOf" srcId="{0EA92EC0-9C6F-4663-B822-B1E8E3DCB13B}" destId="{8CAE5A4D-0C7B-48A6-917B-0B8433D0574B}" srcOrd="0" destOrd="0" presId="urn:microsoft.com/office/officeart/2011/layout/InterconnectedBlockProcess"/>
    <dgm:cxn modelId="{C60C179E-9648-496F-9913-B716FAF8B830}" type="presParOf" srcId="{A6BCDA7B-D633-438F-B44D-CB4D60E5C492}" destId="{928B615F-0F8D-4140-A638-0FBB8F5BF1E9}" srcOrd="1" destOrd="0" presId="urn:microsoft.com/office/officeart/2011/layout/InterconnectedBlockProcess"/>
    <dgm:cxn modelId="{505BC22B-3B2B-454E-8962-CFB54F6F3FCC}" type="presParOf" srcId="{A6BCDA7B-D633-438F-B44D-CB4D60E5C492}" destId="{C73DE52A-2F45-45E6-AD0E-D5BEAF609F8E}" srcOrd="2" destOrd="0" presId="urn:microsoft.com/office/officeart/2011/layout/InterconnectedBlockProcess"/>
    <dgm:cxn modelId="{6618C5B6-07DA-441F-8502-20569EEE5582}" type="presParOf" srcId="{A6BCDA7B-D633-438F-B44D-CB4D60E5C492}" destId="{EA3B7F60-AEEC-41A8-8A2C-D3679EFCD073}" srcOrd="3" destOrd="0" presId="urn:microsoft.com/office/officeart/2011/layout/InterconnectedBlockProcess"/>
    <dgm:cxn modelId="{F371C966-B8EB-41F1-926D-EBBBB5C5F3D5}" type="presParOf" srcId="{EA3B7F60-AEEC-41A8-8A2C-D3679EFCD073}" destId="{FC0F1314-3294-4A8C-8DCE-EB53E236164C}" srcOrd="0" destOrd="0" presId="urn:microsoft.com/office/officeart/2011/layout/InterconnectedBlockProcess"/>
    <dgm:cxn modelId="{1BA5436B-9A12-4F98-A512-633769625320}" type="presParOf" srcId="{A6BCDA7B-D633-438F-B44D-CB4D60E5C492}" destId="{98225A61-A0EC-450A-BED8-EF2E47E8FD18}" srcOrd="4" destOrd="0" presId="urn:microsoft.com/office/officeart/2011/layout/InterconnectedBlockProcess"/>
    <dgm:cxn modelId="{AC1F1FC4-AB20-4A48-8CE2-5875C0A0E0DB}" type="presParOf" srcId="{A6BCDA7B-D633-438F-B44D-CB4D60E5C492}" destId="{2AAD338D-3122-4454-9A67-16BE024D44E3}" srcOrd="5" destOrd="0" presId="urn:microsoft.com/office/officeart/2011/layout/InterconnectedBlockProcess"/>
    <dgm:cxn modelId="{5C2FC333-4885-4BC3-9FCC-4B71F40B3556}" type="presParOf" srcId="{A6BCDA7B-D633-438F-B44D-CB4D60E5C492}" destId="{96AFCF47-32CA-4C44-9E3C-782007B7112E}" srcOrd="6" destOrd="0" presId="urn:microsoft.com/office/officeart/2011/layout/InterconnectedBlockProcess"/>
    <dgm:cxn modelId="{0EAEF7CA-625A-4E9A-ABA3-745C16C4B074}" type="presParOf" srcId="{96AFCF47-32CA-4C44-9E3C-782007B7112E}" destId="{2532504F-5FE1-4C97-B485-F05E8885EACC}" srcOrd="0" destOrd="0" presId="urn:microsoft.com/office/officeart/2011/layout/InterconnectedBlockProcess"/>
    <dgm:cxn modelId="{6A38319B-5BD9-4908-8AB4-1653B68C28E1}" type="presParOf" srcId="{A6BCDA7B-D633-438F-B44D-CB4D60E5C492}" destId="{0D08ED52-6744-4369-B780-916B09984775}" srcOrd="7" destOrd="0" presId="urn:microsoft.com/office/officeart/2011/layout/InterconnectedBlockProcess"/>
    <dgm:cxn modelId="{A85C98C5-2B6F-423C-BEB1-127AF82275B2}" type="presParOf" srcId="{A6BCDA7B-D633-438F-B44D-CB4D60E5C492}" destId="{4C66D42D-7E6D-4563-AFDC-369C30B73F70}" srcOrd="8" destOrd="0" presId="urn:microsoft.com/office/officeart/2011/layout/InterconnectedBlockProcess"/>
    <dgm:cxn modelId="{AC6445E1-AE22-4A08-9389-E89962B18871}" type="presParOf" srcId="{A6BCDA7B-D633-438F-B44D-CB4D60E5C492}" destId="{C1269CE6-C767-48CC-AAFD-A238D1FFDABA}" srcOrd="9" destOrd="0" presId="urn:microsoft.com/office/officeart/2011/layout/InterconnectedBlockProcess"/>
    <dgm:cxn modelId="{E26B756E-4EE3-4D4F-8A38-96EE6B4907C1}" type="presParOf" srcId="{C1269CE6-C767-48CC-AAFD-A238D1FFDABA}" destId="{06F8D57B-EDF4-4CF4-8700-DC2CA3E3028E}" srcOrd="0" destOrd="0" presId="urn:microsoft.com/office/officeart/2011/layout/InterconnectedBlockProcess"/>
    <dgm:cxn modelId="{4324E364-86B6-4051-BB28-6EBF6F18E99C}" type="presParOf" srcId="{A6BCDA7B-D633-438F-B44D-CB4D60E5C492}" destId="{6BCCFBA6-7A43-4631-AD7F-AFB10E1E6CD7}" srcOrd="10" destOrd="0" presId="urn:microsoft.com/office/officeart/2011/layout/InterconnectedBlockProcess"/>
    <dgm:cxn modelId="{E28F82D7-5820-4954-B04D-F93A3F9774F0}" type="presParOf" srcId="{A6BCDA7B-D633-438F-B44D-CB4D60E5C492}" destId="{00BB3360-A9BB-4051-A4B1-1216F82F642C}" srcOrd="11" destOrd="0" presId="urn:microsoft.com/office/officeart/2011/layout/InterconnectedBlockProcess"/>
    <dgm:cxn modelId="{671CE015-4371-42B4-A336-7EAE90DD3FAB}" type="presParOf" srcId="{A6BCDA7B-D633-438F-B44D-CB4D60E5C492}" destId="{7305DF14-0FF5-45E4-8B19-015814092DBD}" srcOrd="12" destOrd="0" presId="urn:microsoft.com/office/officeart/2011/layout/InterconnectedBlockProcess"/>
    <dgm:cxn modelId="{CA0368B4-3915-489B-93F1-64236A59066E}" type="presParOf" srcId="{7305DF14-0FF5-45E4-8B19-015814092DBD}" destId="{A134CDD1-D85F-44EF-8BEE-9F99A855C1E6}" srcOrd="0" destOrd="0" presId="urn:microsoft.com/office/officeart/2011/layout/InterconnectedBlockProcess"/>
    <dgm:cxn modelId="{60577039-4C3F-46CD-A6A6-01F07E9E53E3}" type="presParOf" srcId="{A6BCDA7B-D633-438F-B44D-CB4D60E5C492}" destId="{1C91D7E3-8940-4A33-9182-677DD5415901}" srcOrd="13" destOrd="0" presId="urn:microsoft.com/office/officeart/2011/layout/InterconnectedBlockProcess"/>
    <dgm:cxn modelId="{D94167B9-F7F2-4DE4-954B-D1E6FA1F8F02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Presenting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project and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Internship Work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 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Showcasing the skills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Learned in the internshi</a:t>
          </a:r>
          <a:r>
            <a:rPr lang="en-IN" sz="1400" kern="1200" dirty="0"/>
            <a:t>p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18638" y="798145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Development of Project</a:t>
          </a:r>
        </a:p>
      </dsp:txBody>
      <dsp:txXfrm>
        <a:off x="4780904" y="798145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Applying the concepts of Data-Science in real world Applications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Basics of the Data-Science Domain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08/04/2026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08-04-2026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ajashekarreddy2003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Ms. Priyanka Niranjan Savadekar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R.Balakrishnan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EMBERQUEST SOFTWEARE COMPANY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96452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Rajashekar G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Overview:</a:t>
            </a:r>
            <a:br>
              <a:rPr lang="en-US" dirty="0"/>
            </a:br>
            <a:r>
              <a:rPr lang="en-US" dirty="0"/>
              <a:t>Emberquest (officially </a:t>
            </a:r>
            <a:r>
              <a:rPr lang="en-US" b="1" dirty="0"/>
              <a:t>Emberquest Private Limited</a:t>
            </a:r>
            <a:r>
              <a:rPr lang="en-US" dirty="0"/>
              <a:t>) is an </a:t>
            </a:r>
            <a:r>
              <a:rPr lang="en-US" b="1" dirty="0"/>
              <a:t>Indian private limited company</a:t>
            </a:r>
            <a:r>
              <a:rPr lang="en-US" dirty="0"/>
              <a:t> based in </a:t>
            </a:r>
            <a:r>
              <a:rPr lang="en-US" b="1" dirty="0"/>
              <a:t>Bengaluru, Karnataka</a:t>
            </a:r>
            <a:r>
              <a:rPr lang="en-US" dirty="0"/>
              <a:t>, focused on </a:t>
            </a:r>
            <a:r>
              <a:rPr lang="en-US" b="1" dirty="0"/>
              <a:t>software and IT-related services, e-learning, training, and internships</a:t>
            </a:r>
            <a:r>
              <a:rPr lang="en-US" dirty="0"/>
              <a:t>. It appears to blend technology services with educational programs and professional skill development offerings.</a:t>
            </a:r>
          </a:p>
          <a:p>
            <a:r>
              <a:rPr lang="en-US" b="1" dirty="0"/>
              <a:t>Company Details:</a:t>
            </a:r>
            <a:endParaRPr lang="en-US" dirty="0"/>
          </a:p>
          <a:p>
            <a:r>
              <a:rPr lang="en-US" b="1" dirty="0"/>
              <a:t>Legal Name:</a:t>
            </a:r>
            <a:r>
              <a:rPr lang="en-US" dirty="0"/>
              <a:t> Emberquest Private Limited </a:t>
            </a:r>
          </a:p>
          <a:p>
            <a:r>
              <a:rPr lang="en-US" b="1" dirty="0"/>
              <a:t>Incorporation:</a:t>
            </a:r>
            <a:r>
              <a:rPr lang="en-US" dirty="0"/>
              <a:t> Registered on </a:t>
            </a:r>
            <a:r>
              <a:rPr lang="en-US" b="1" dirty="0"/>
              <a:t>5 September 2023</a:t>
            </a:r>
            <a:r>
              <a:rPr lang="en-US" dirty="0"/>
              <a:t> as a private limited company in India. </a:t>
            </a:r>
          </a:p>
          <a:p>
            <a:r>
              <a:rPr lang="en-US" b="1" dirty="0"/>
              <a:t>Headquarters:</a:t>
            </a:r>
            <a:r>
              <a:rPr lang="en-US" dirty="0"/>
              <a:t> Bangalore North, </a:t>
            </a:r>
            <a:r>
              <a:rPr lang="en-US" b="1" dirty="0"/>
              <a:t>Karnataka, India</a:t>
            </a:r>
            <a:r>
              <a:rPr lang="en-US" dirty="0"/>
              <a:t>. </a:t>
            </a:r>
          </a:p>
          <a:p>
            <a:r>
              <a:rPr lang="en-US" b="1" dirty="0"/>
              <a:t>Industry:</a:t>
            </a:r>
            <a:r>
              <a:rPr lang="en-US" dirty="0"/>
              <a:t> E-learning providers and business/IT services. </a:t>
            </a:r>
          </a:p>
          <a:p>
            <a:r>
              <a:rPr lang="en-US" b="1" dirty="0"/>
              <a:t>Company Size:</a:t>
            </a:r>
            <a:r>
              <a:rPr lang="en-US" dirty="0"/>
              <a:t> Small team (estimated 2–10 employees). </a:t>
            </a:r>
          </a:p>
          <a:p>
            <a:r>
              <a:rPr lang="en-US" b="1" dirty="0"/>
              <a:t>CIN:</a:t>
            </a:r>
            <a:r>
              <a:rPr lang="en-US" dirty="0"/>
              <a:t> U85499KA2023PTC178240.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Science is a multidisciplinary field that uses </a:t>
            </a:r>
            <a:r>
              <a:rPr lang="en-US" b="1" dirty="0"/>
              <a:t>statistics, programming, machine learning, and domain knowledge</a:t>
            </a:r>
            <a:r>
              <a:rPr lang="en-US" dirty="0"/>
              <a:t> to extract meaningful insights from structured and unstructured data. It helps organizations make </a:t>
            </a:r>
            <a:r>
              <a:rPr lang="en-US" b="1" dirty="0"/>
              <a:t>data-driven decisions</a:t>
            </a:r>
            <a:r>
              <a:rPr lang="en-US" dirty="0"/>
              <a:t>, predict outcomes, and optimize processes.</a:t>
            </a:r>
          </a:p>
          <a:p>
            <a:r>
              <a:rPr lang="en-IN" b="1" dirty="0"/>
              <a:t>Tools &amp; Technologies</a:t>
            </a:r>
          </a:p>
          <a:p>
            <a:r>
              <a:rPr lang="en-IN" b="1" dirty="0"/>
              <a:t>Programming Languages:</a:t>
            </a:r>
            <a:r>
              <a:rPr lang="en-IN" dirty="0"/>
              <a:t> Python, R</a:t>
            </a:r>
          </a:p>
          <a:p>
            <a:r>
              <a:rPr lang="en-IN" b="1" dirty="0"/>
              <a:t>Libraries:</a:t>
            </a:r>
            <a:r>
              <a:rPr lang="en-IN" dirty="0"/>
              <a:t> NumPy, Pandas, Matplotlib, Seaborn</a:t>
            </a:r>
          </a:p>
          <a:p>
            <a:r>
              <a:rPr lang="en-IN" b="1" dirty="0"/>
              <a:t>Machine Learning:</a:t>
            </a:r>
            <a:r>
              <a:rPr lang="en-IN" dirty="0"/>
              <a:t> Supervised &amp; Unsupervised Learning</a:t>
            </a:r>
          </a:p>
          <a:p>
            <a:r>
              <a:rPr lang="en-IN" b="1" dirty="0"/>
              <a:t>Big Data &amp; Cloud:</a:t>
            </a:r>
            <a:r>
              <a:rPr lang="en-IN" dirty="0"/>
              <a:t> SQL, Hadoop, Spark, Cloud Platforms</a:t>
            </a:r>
          </a:p>
          <a:p>
            <a:r>
              <a:rPr lang="en-IN" b="1" dirty="0"/>
              <a:t>Visualization:</a:t>
            </a:r>
            <a:r>
              <a:rPr lang="en-IN" dirty="0"/>
              <a:t> Dashboards, charts, and reports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F152-BD61-157B-AE06-75BD2D34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FC87D-6DD7-33C8-714F-62F2C1071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723"/>
            <a:ext cx="10515600" cy="4351338"/>
          </a:xfrm>
        </p:spPr>
        <p:txBody>
          <a:bodyPr/>
          <a:lstStyle/>
          <a:p>
            <a:r>
              <a:rPr lang="en-IN" dirty="0"/>
              <a:t>Water Quality Prediction Management System.</a:t>
            </a:r>
          </a:p>
          <a:p>
            <a:r>
              <a:rPr lang="en-US" dirty="0"/>
              <a:t>The main purpose of our proposed method is used to predict the quality of water by using Machine Learning algorithm.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B3892-0D68-BC27-241D-5A2795A94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08-04-2026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06049-856A-400F-B588-61DFDA72B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37688"/>
            <a:ext cx="2743200" cy="365125"/>
          </a:xfrm>
        </p:spPr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049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CEO/Founder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:Mr.Adarsh Babu M, who guides the company’s vision and growth.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&amp; Reporting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Manager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Mrs.Likitha S (Cybersecurity management).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:Ms.Ranjitha (Cybersecurity) and Ms. Ananya M.U (Employee Manager).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Leadership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Tech Lead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Mr. Hemanth (AI, ML, Cloud Computing, and Full Stack).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Lead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Mr.Gurukiran (Project handling).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07238F-F4EB-CDF7-F5F4-0B923026D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7368" y="2168794"/>
            <a:ext cx="70403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       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Difficulty in finding </a:t>
            </a:r>
            <a:r>
              <a:rPr lang="en-US" b="1" dirty="0"/>
              <a:t>genuine internships</a:t>
            </a:r>
            <a:r>
              <a:rPr lang="en-US" dirty="0"/>
              <a:t> with real project exposure</a:t>
            </a:r>
          </a:p>
          <a:p>
            <a:r>
              <a:rPr lang="en-US" b="1" dirty="0"/>
              <a:t>High competition</a:t>
            </a:r>
            <a:r>
              <a:rPr lang="en-US" dirty="0"/>
              <a:t> and unclear skill requirements</a:t>
            </a:r>
          </a:p>
          <a:p>
            <a:r>
              <a:rPr lang="en-US" dirty="0"/>
              <a:t>Gap between </a:t>
            </a:r>
            <a:r>
              <a:rPr lang="en-US" b="1" dirty="0"/>
              <a:t>theoretical knowledge and practical application</a:t>
            </a:r>
            <a:endParaRPr lang="en-US" dirty="0"/>
          </a:p>
          <a:p>
            <a:r>
              <a:rPr lang="en-US" dirty="0"/>
              <a:t>Lack of confidence while </a:t>
            </a:r>
            <a:r>
              <a:rPr lang="en-US" b="1" dirty="0"/>
              <a:t>cracking technical and HR interviews</a:t>
            </a:r>
            <a:endParaRPr lang="en-US" dirty="0"/>
          </a:p>
          <a:p>
            <a:r>
              <a:rPr lang="en-US" dirty="0"/>
              <a:t>Challenges in </a:t>
            </a:r>
            <a:r>
              <a:rPr lang="en-US" b="1" dirty="0"/>
              <a:t>adapting to team culture, tools, and workflows</a:t>
            </a:r>
            <a:endParaRPr lang="en-US" dirty="0"/>
          </a:p>
          <a:p>
            <a:r>
              <a:rPr lang="en-US" dirty="0"/>
              <a:t>Difficulty handling </a:t>
            </a:r>
            <a:r>
              <a:rPr lang="en-US" b="1" dirty="0"/>
              <a:t>real-world data, deadlines, and feedback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36DB7C1-B203-4BAE-AE70-C3C56D5977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1506" y="1310543"/>
            <a:ext cx="890776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gain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industry exposure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chosen domain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theoretical knowledge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real-world problem solving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technical, analytical, and teamwork skills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 workflows, tools, and best practices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enhance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confidence, communication, and employability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5919795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fi-FI" dirty="0"/>
              <a:t>rajashekarreddy2003 (Rajashekar GV) </a:t>
            </a:r>
            <a:r>
              <a:rPr lang="fi-FI" dirty="0">
                <a:hlinkClick r:id="rId2"/>
              </a:rPr>
              <a:t>https://github.com/rajashekarreddy2003</a:t>
            </a:r>
            <a:endParaRPr lang="fi-FI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7196</TotalTime>
  <Words>655</Words>
  <Application>Microsoft Office PowerPoint</Application>
  <PresentationFormat>Widescreen</PresentationFormat>
  <Paragraphs>107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Problem Statement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Rajashekar G V Reddy</cp:lastModifiedBy>
  <cp:revision>736</cp:revision>
  <dcterms:created xsi:type="dcterms:W3CDTF">2022-10-14T07:18:17Z</dcterms:created>
  <dcterms:modified xsi:type="dcterms:W3CDTF">2026-04-08T11:54:39Z</dcterms:modified>
</cp:coreProperties>
</file>